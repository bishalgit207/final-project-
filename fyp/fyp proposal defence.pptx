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B75C-1AAA-793B-A3C9-B3AB2669B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B726B-B266-10EB-80DC-5756D72A4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ADDAB-4949-4916-8B63-4FD397A9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6817E-0C7D-6830-4A54-572FF519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4BA5-0344-F53E-5DA2-74A8B0D0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6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DB11-E6DF-4DD2-91CB-6A8C17D4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71BC-2B2F-F4B6-C4AA-109520EB8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B51A-BE03-8958-841B-320FEF54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710B5-3383-07D4-57F4-ECEB3056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C9907-5953-A0C8-30FF-61D36CAF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3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E645-E67F-487D-BA41-1930EAD2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9EC9-78D0-6D22-B81B-416C2A76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C3D93-7CD3-25CB-3513-341B702F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AFBD-54C3-9ED5-8448-FC97AF82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FE72-B197-055E-2528-80DD4E2A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3A91-590E-8994-897E-7DAE836B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643F-E3E9-555A-153F-EE894A365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3ABAC-E5C0-EAAB-5FB7-4D8A0ABA1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2D5B-30BE-DC45-758C-21327BCF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5C3ED-DBF4-B85B-41F0-590078AE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C5BF3-CB9D-7F19-9599-49093780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3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A065-77F1-4C5D-4988-A589A985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1BCF7-74F5-366D-2F41-E14B831D7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5E4AB-27FE-8685-7E94-33C6D359E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890D7-CD8E-A918-0A9E-2CCB89CCA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C4955-26F1-1D2E-91A2-6C5BFBD6E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A1E43-4485-CDFF-8A66-CB30E739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446E7-FC93-536D-8636-35D07DEF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287C2-8D70-AAE6-0BD0-63B80800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1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8C85-901F-9EDC-225F-D8670921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9B24E-7D14-8134-2415-D9C1A077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F04CA-9F0B-07DB-44D5-B08BFBCB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D8C13-7E67-3B34-3DAE-6B2C0F61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8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DF819-809D-094C-44E8-3B47ACC8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EF40C-3B46-3875-924E-6ACA2672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4F491-CBEC-AE54-2B75-94C82ADE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5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1522C-170B-366F-0D0F-0B43C6EB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A433-7A83-0B53-E188-9053D56C9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91877-8E52-0A6B-9F89-E05A44C22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F4767-9809-B901-061D-E41EAFE3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7A0A6-AE2D-3F7B-FB40-4862DCD1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B690F-BC10-2970-08CD-EBA2971A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3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E42E-30CB-E726-1B73-83758457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920B6-9569-FF3B-B61B-8A6CF2A37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2E316-FEB2-30CE-48DF-CC218C844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B6EAE-DF0B-A8E6-90C7-B61CBD6D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CE52A-29B9-7E40-3EF7-6194335F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5EC19-42C7-15CC-0002-E61F8E5D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4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2E80-38A7-3457-5305-BCE047A3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EE693-2A13-30CA-C17A-3ADABDEE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B232-1331-6271-81C5-3B57E923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56C04-EF6C-7017-95A3-6382E2951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4F64D-5C09-B00C-53F6-1D6342FD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5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D7EEC-2250-7901-2FDD-2257D0A4F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8AD18-E1D0-5B63-5611-95845484B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08278-01BC-C9C7-2053-18D7B64E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C60B0-6D9F-5AA1-4CE4-7970293F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56239-6479-F9C0-6DB1-19C81E99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5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BB521-7A7B-C2A4-D95D-D17D9996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27DCF-82A5-7F42-8D49-F8F02EE1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EEB77-AEFF-0F83-5B71-44AC6DF7E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C6947-FAE1-4FDB-8F87-BA9B73E2573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98C9-76A8-23B5-A86B-BFEAE15B1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0404C-D3C1-490F-7047-D9BA84658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10588-1FCB-4225-A937-877FA43E3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1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2AE8-633B-D65D-5329-442DA1B55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69130-7FE3-1E47-D1D9-51C400D2F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1AB14-36F1-7C06-4F90-A881A93B4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25"/>
            <a:ext cx="12192000" cy="68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8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025E-2C2B-2832-4D99-38C4A88C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9C03-8CAA-331E-8D8C-DADAD124C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AE256-6698-D8D2-EDEA-E94F185B26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0E997-12D7-CD9E-AEA1-E370F3544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77"/>
            <a:ext cx="12192000" cy="68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5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FA9786-52BB-39DE-7B51-71BF670CE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CBC858-C3B9-5FD7-3FEB-EF0B25FD8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2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D24C8-00F9-B214-D948-B447E9834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5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456DC-718D-7A19-661D-EB199B16B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2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103E61-CB73-6AD3-0800-362D62450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0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28EDB-8D5F-0B7F-F911-3EE3BDA0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7048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6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357B78-D5ED-2509-C089-BDD9751B5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r="38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351215-27C1-143D-C225-77BCCC333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8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86002-F711-886E-73BC-5AC16C512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6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D66386-32B5-2806-1A9C-42B439A71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867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05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C8EA4-ECA4-BCB0-59C1-417D932B9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0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6A2A8-6E2B-2AB6-9487-4E4248122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08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83C08-6494-C8B0-82FE-49716E56E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9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D65265-981B-2753-20BF-7D9D3AE62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8" r="16282" b="1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3C8ABC-B62D-4E0F-F5FE-BEEEE860AF1B}"/>
              </a:ext>
            </a:extLst>
          </p:cNvPr>
          <p:cNvSpPr txBox="1"/>
          <p:nvPr/>
        </p:nvSpPr>
        <p:spPr>
          <a:xfrm>
            <a:off x="4312750" y="2695903"/>
            <a:ext cx="4840010" cy="146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b="1" dirty="0"/>
              <a:t>  Thank you !</a:t>
            </a:r>
          </a:p>
        </p:txBody>
      </p:sp>
    </p:spTree>
    <p:extLst>
      <p:ext uri="{BB962C8B-B14F-4D97-AF65-F5344CB8AC3E}">
        <p14:creationId xmlns:p14="http://schemas.microsoft.com/office/powerpoint/2010/main" val="12582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760617 LastNameUnknown</dc:creator>
  <cp:lastModifiedBy>760617 LastNameUnknown</cp:lastModifiedBy>
  <cp:revision>1</cp:revision>
  <dcterms:created xsi:type="dcterms:W3CDTF">2026-02-16T16:32:09Z</dcterms:created>
  <dcterms:modified xsi:type="dcterms:W3CDTF">2026-02-16T16:56:26Z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2026-02-16T16:55:55Z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f7b5146b-0291-49c4-b0c5-fc8013081589</vt:lpwstr>
  </property>
  <property fmtid="{D5CDD505-2E9C-101B-9397-08002B2CF9AE}" pid="7" name="MSIP_Label_defa4170-0d19-0005-0004-bc88714345d2_ActionId">
    <vt:lpwstr>b8663b3d-0c4f-4374-8dab-8c2aacc279d4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